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15s：各位评委好。我们是 AuditDraft。今天只讲一件事——把费用循环初筛做成可复核、可评测、可治理的协审能力，而不是又一个聊天写底稿的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过渡：评委尺子是「进项目组 / 过质量 / 过信安」。我们按这四把尺子给证据。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40s：费用循环现实——规模贵、漏检贵、黑盒贵。事务所要的不是更会写的模型，而是进 Prepare–Review 链条的工作台。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35s：边界——初筛 + 草稿底稿。三硬线：规则硬结论、RAG 锚定、LLM 只成文。口令：规则保确定性，模型做表达，人做判断。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45s：七步编排；规则是硬闸门。节点可测、可降级、可插人工门闩。模块解耦可扩展到 AP/Payroll。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 核心页：四要素是系统约束不是文案。放慢语气。没有证据就没有结论——才能进复核链。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45s：甩数字。Precision/Recall/F1=1，可解释 100%。人工 45min 命中24漏4误6；系统约8秒 28/28 误报0。现场以 /eval 为准。诚实：当前是可控演示集硬门禁。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40s：对照墙。换掉 LLM，硬发现不变；额度没了走降级——这叫可治理。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40s：信安页。禁止用途——无复核不得对外披露发现，不得直接出具审计意见。边界越清楚越可信。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25s：过渡 Demo。按 demo-script-ey.md 执行。翻车预案提前背。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35s：不谈颠覆谈试点。要进的是项目组工具箱，不是年度创新展台。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收尾：效率、可靠、可进底稿。赋能项目组。鞠躬，等提问。可用挑战模式接招。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备用页：被追问时翻到此页，按表应答 ≤20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51B24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5204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AUDITDRAFT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费用循环 AI 协审工作台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确定性规则 · 可解释发现 · 可复核草稿底稿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安永华明 AI 项目赛  ·  路演材料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评委今天会听到什么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四类尺子，一套证据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 / 合伙人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能否进底稿复核链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是否像项目组工具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2356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幻觉如何控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指标能否复现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29718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 / 信安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 · 轨迹 · 降级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负责任 AI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09160" y="29718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337560"/>
            <a:ext cx="502920" cy="50292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 / 商业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62356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与黑盒 Copilot 差异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可复制到其他循环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问题不在「会不会写」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而在规模化执行、可复核、可治理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36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费用明细上千行，助理靠抽查翻表；红旗方法清楚，全量执行贵。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633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漏检贵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9443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重复付款、无审批大额、拆分报销、金额离群——漏一笔就是质量事件。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22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730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黑盒贵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40416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贴表问 LLM 更快，但结论不可复现、证据链进不了底稿、幻觉过不了复核。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我们做什么——边界写清楚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0B0F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费用与报销循环 AI 协审工作台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全量初筛 + 可复核草稿底稿  ·  不替代注册会计师判断  ·  不直接出审计意见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697480"/>
            <a:ext cx="640080" cy="64008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81635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规则保确定性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硬结论只来自规则引擎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同输入同输出，可复现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37560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697480"/>
            <a:ext cx="640080" cy="64008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8163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锚准则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方法与标准进上下文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引用可溯源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86600" y="2697480"/>
            <a:ext cx="640080" cy="64008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8163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人做判断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只理解与成文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高风险须人工复核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混合推理 · 可编排质量流程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908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1170432"/>
            <a:ext cx="201168" cy="201168"/>
          </a:xfrm>
          <a:prstGeom prst="rightArrow">
            <a:avLst/>
          </a:prstGeom>
          <a:solidFill>
            <a:srgbClr val="A8B0B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960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0F1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七步  ·  规则节点是硬结论闸门（金色）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24304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理解与生成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 / 底稿成文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3756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1188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确定性检测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绝不依赖 LLM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0F6E56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652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准则 · 方法 · 案例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知识增强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可解释契约：没有证据，就没有结论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325880"/>
            <a:ext cx="777240" cy="7772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4904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触发规则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哪条规则命中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版本号可追溯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325880"/>
            <a:ext cx="777240" cy="7772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4904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数据证据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4320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原始交易行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可定位回表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00600" y="105156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325880"/>
            <a:ext cx="777240" cy="7772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14904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3776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准则引用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93776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/ 方法锚点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可溯源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95160" y="105156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35240" y="1325880"/>
            <a:ext cx="777240" cy="7772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49047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3232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风险解释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3232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为何重要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建议程序方向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可解释性进入 Golden Set 门禁 —— 不过关就不过线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证据说话 · Golden Set &amp; 人工对照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 ey_expense_demo_3k · 135 cases · 离线 · 不依赖 LLM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B0F1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B0F14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B0F1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0972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0B0F14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4944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可解释通过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8138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同一数据集：人工抽查 vs 系统全量初筛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 / 埋雷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人工基线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45 分钟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AuditDraft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 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为什么不是「贴表问大模型」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CEB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LLM 扫表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可能编造无证据风险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同输入不同输出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难进 Prepare–Review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模型挂了整条链路挂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过不了质量 / 信安尺子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1430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E6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AuditDraft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硬结论来自规则，可复现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四要素齐全才出 finding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输出形态是草稿底稿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规则-only 降级可继续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Golden Set 可离线证明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负责任 AI · 过得了质量与信安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813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数据隔离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演示脱敏合成；生产按 user_id RLS；service role 仅服务端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371600"/>
            <a:ext cx="548640" cy="5486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人工门闩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06440" y="1645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高风险须复核状态闭环，才进入最终底稿包叙事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6517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172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可降级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337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 / 规则-only：模型不可用仍出发现清单与骨架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26517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063240"/>
            <a:ext cx="548640" cy="548640"/>
          </a:xfrm>
          <a:prstGeom prst="ellipse">
            <a:avLst/>
          </a:prstGeom>
          <a:solidFill>
            <a:srgbClr val="0B0F1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172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可追溯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06440" y="3337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规则集 · Prompt · 知识库版本写入报告元数据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 · 3 分钟一眼可信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594360" cy="594360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91640" y="1280160"/>
            <a:ext cx="274320" cy="228600"/>
          </a:xfrm>
          <a:prstGeom prst="rightArrow">
            <a:avLst/>
          </a:prstGeom>
          <a:solidFill>
            <a:srgbClr val="C5CC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~3000 行费用明细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脱敏合成数据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594360" cy="594360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74320" cy="228600"/>
          </a:xfrm>
          <a:prstGeom prst="rightArrow">
            <a:avLst/>
          </a:prstGeom>
          <a:solidFill>
            <a:srgbClr val="C5CCD4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全量初筛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规则引擎秒级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四类费用红旗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097280"/>
            <a:ext cx="594360" cy="594360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66360" y="1280160"/>
            <a:ext cx="274320" cy="228600"/>
          </a:xfrm>
          <a:prstGeom prst="rightArrow">
            <a:avLst/>
          </a:prstGeom>
          <a:solidFill>
            <a:srgbClr val="C5CCD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四要素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展开任一风险卡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证据可回表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594360" cy="594360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1280160"/>
            <a:ext cx="274320" cy="228600"/>
          </a:xfrm>
          <a:prstGeom prst="rightArrow">
            <a:avLst/>
          </a:prstGeom>
          <a:solidFill>
            <a:srgbClr val="C5CCD4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/eval 甩数字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vs 系统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1097280"/>
            <a:ext cx="594360" cy="594360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1207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草稿底稿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draft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须项目组复核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8138160" cy="1325880"/>
          </a:xfrm>
          <a:prstGeom prst="roundRect">
            <a:avLst>
              <a:gd name="adj" fmla="val 6897"/>
            </a:avLst>
          </a:prstGeom>
          <a:solidFill>
            <a:srgbClr val="0B0F1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故障也是能力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模型额度耗尽 → 规则-only 降级，硬检测不停 · 任务异常 → /demo/snapshot 官方兜底快照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欢迎评委自带 CSV → /challenge 现场挑战模式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落地路径 · 进项目组工具箱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0B0F14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试点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 / 报销循环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一个项目组 · 初筛时效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 · High 复核闭环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认证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质量复核 + 工具认证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系统卡 · 轨迹 · 权限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规则版本治理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复制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业务包扩展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应付 · 薪酬 · 收入截止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 graph + 规则包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51B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记住三件事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全量初筛：小时级翻表 → 秒级 / 分钟级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规则确定性 + 离线 Golden Set 数字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可进底稿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2788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四要素可解释 + 人工门闩 + 可治理降级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人做判断  ·  系统做规模化执行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  ·  欢迎挑战：上传你们自己的 CSV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 · 高频追问一页纸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905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能进项目组吗？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9052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协审初筛 + draft；须 Review；边界写在 UI / 系统卡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63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 ChatGPT？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5636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规则确定性 · 四要素 · Golden Set · RLS · 降级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9397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221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会幻觉吗？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221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硬风险不由 LLM 新增；无证据无结论；门禁评测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5234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误报？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阈值可配 · 规则版本化 · 负例进回归集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1071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38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演示脱敏 · 生产 RLS · 密钥仅服务端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B0F14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1970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法律责任？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4197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不替代签字 · 禁止无复核披露 · 不出审计意见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AuditDraft · 安永华明 AI 赛路演</dc:title>
  <dc:subject>费用循环 AI 协审工作台</dc:subject>
  <dc:creator>AuditDraft AI</dc:creator>
  <cp:lastModifiedBy>AuditDraft AI</cp:lastModifiedBy>
  <cp:revision>1</cp:revision>
  <dcterms:created xsi:type="dcterms:W3CDTF">2026-07-19T11:04:42Z</dcterms:created>
  <dcterms:modified xsi:type="dcterms:W3CDTF">2026-07-19T11:04:42Z</dcterms:modified>
</cp:coreProperties>
</file>